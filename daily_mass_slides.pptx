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5400"/>
            </a:pPr>
            <a:r>
              <a:t>Daily Catholic Mass</a:t>
            </a:r>
          </a:p>
        </p:txBody>
      </p:sp>
      <p:sp>
        <p:nvSpPr>
          <p:cNvPr id="3" name="Subtitle 2"/>
          <p:cNvSpPr>
            <a:spLocks noGrp="1"/>
          </p:cNvSpPr>
          <p:nvPr>
            <p:ph type="subTitle" idx="1"/>
          </p:nvPr>
        </p:nvSpPr>
        <p:spPr/>
        <p:txBody>
          <a:bodyPr/>
          <a:lstStyle/>
          <a:p>
            <a:pPr>
              <a:defRPr sz="3600"/>
            </a:pPr>
            <a:r>
              <a:t>Morning Prayer and Readings</a:t>
            </a:r>
          </a:p>
          <a:p>
            <a:r>
              <a:t>November 08,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800"/>
            </a:pPr>
            <a:r>
              <a:t>Antiphon 1</a:t>
            </a:r>
          </a:p>
        </p:txBody>
      </p:sp>
      <p:sp>
        <p:nvSpPr>
          <p:cNvPr id="3" name="Content Placeholder 2"/>
          <p:cNvSpPr>
            <a:spLocks noGrp="1"/>
          </p:cNvSpPr>
          <p:nvPr>
            <p:ph idx="1"/>
          </p:nvPr>
        </p:nvSpPr>
        <p:spPr/>
        <p:txBody>
          <a:bodyPr/>
          <a:lstStyle/>
          <a:p>
            <a:pPr algn="ctr">
              <a:defRPr sz="3600">
                <a:solidFill>
                  <a:srgbClr val="0064C8"/>
                </a:solidFill>
              </a:defRPr>
            </a:pPr>
            <a:r>
              <a:t>Praise the Lord, for his loving kindness will never fail, alleluia.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800"/>
            </a:pPr>
            <a:r>
              <a:t>Priest Response</a:t>
            </a:r>
          </a:p>
        </p:txBody>
      </p:sp>
      <p:sp>
        <p:nvSpPr>
          <p:cNvPr id="3" name="Content Placeholder 2"/>
          <p:cNvSpPr>
            <a:spLocks noGrp="1"/>
          </p:cNvSpPr>
          <p:nvPr>
            <p:ph idx="1"/>
          </p:nvPr>
        </p:nvSpPr>
        <p:spPr/>
        <p:txBody>
          <a:bodyPr/>
          <a:lstStyle/>
          <a:p>
            <a:pPr algn="ctr">
              <a:defRPr sz="3200">
                <a:solidFill>
                  <a:srgbClr val="C80000"/>
                </a:solidFill>
              </a:defRPr>
            </a:pPr>
            <a:r>
              <a:t>Go to the HymnGo to the PsalmodyLord, + open my lips....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800"/>
            </a:pPr>
            <a:r>
              <a:t>Antiphon 2</a:t>
            </a:r>
          </a:p>
        </p:txBody>
      </p:sp>
      <p:sp>
        <p:nvSpPr>
          <p:cNvPr id="3" name="Content Placeholder 2"/>
          <p:cNvSpPr>
            <a:spLocks noGrp="1"/>
          </p:cNvSpPr>
          <p:nvPr>
            <p:ph idx="1"/>
          </p:nvPr>
        </p:nvSpPr>
        <p:spPr/>
        <p:txBody>
          <a:bodyPr/>
          <a:lstStyle/>
          <a:p>
            <a:pPr algn="ctr">
              <a:defRPr sz="3600">
                <a:solidFill>
                  <a:srgbClr val="0064C8"/>
                </a:solidFill>
              </a:defRPr>
            </a:pPr>
            <a:r>
              <a:t>Alleluia! Bless the Lord, all you works of the Lord, alleluia!Canticle: Daniel 3:52-57Let all creatures praise the LordThe Creator . . . is blessed for ever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800"/>
            </a:pPr>
            <a:r>
              <a:t>Antiphon 3</a:t>
            </a:r>
          </a:p>
        </p:txBody>
      </p:sp>
      <p:sp>
        <p:nvSpPr>
          <p:cNvPr id="3" name="Content Placeholder 2"/>
          <p:cNvSpPr>
            <a:spLocks noGrp="1"/>
          </p:cNvSpPr>
          <p:nvPr>
            <p:ph idx="1"/>
          </p:nvPr>
        </p:nvSpPr>
        <p:spPr/>
        <p:txBody>
          <a:bodyPr/>
          <a:lstStyle/>
          <a:p>
            <a:pPr algn="ctr">
              <a:defRPr sz="3600">
                <a:solidFill>
                  <a:srgbClr val="0064C8"/>
                </a:solidFill>
              </a:defRPr>
            </a:pPr>
            <a:r>
              <a:t>Let everything that breathes give praise to the Lord, alleluia.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800"/>
            </a:pPr>
            <a:r>
              <a:t>Gospel</a:t>
            </a:r>
          </a:p>
        </p:txBody>
      </p:sp>
      <p:sp>
        <p:nvSpPr>
          <p:cNvPr id="3" name="Content Placeholder 2"/>
          <p:cNvSpPr>
            <a:spLocks noGrp="1"/>
          </p:cNvSpPr>
          <p:nvPr>
            <p:ph idx="1"/>
          </p:nvPr>
        </p:nvSpPr>
        <p:spPr/>
        <p:txBody>
          <a:bodyPr/>
          <a:lstStyle/>
          <a:p>
            <a:pPr algn="l">
              <a:defRPr sz="2800"/>
            </a:pPr>
            <a:r>
              <a:t>Now there were seven brothers; the first married a woman but died childless.Then the second and the third married her, and likewise all the seven died childless.Finally the woman also died.Now at the resurrection whose wife will that woman be?For all seven had been married to her.”Jesus said to them, “The children of this age marry and remarry; but those who are deemed worthy to attain to the coming age and to the resurrection of the dead neither marry nor are given in marriage.They can no longer die, for they are like angels; and they are the children of God because they are the ones who will rise.That the dead will rise even Moses made known in the passage about the bush, when he called out ‘Lord,’ the God of Abraham, the God of Isaac, and the God of Jacob; and he is not God of the dead,...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